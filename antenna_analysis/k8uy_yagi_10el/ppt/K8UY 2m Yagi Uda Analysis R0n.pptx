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5E28BF-7F0F-410C-828E-B265F8943325}">
          <p14:sldIdLst>
            <p14:sldId id="256"/>
            <p14:sldId id="257"/>
            <p14:sldId id="260"/>
            <p14:sldId id="259"/>
            <p14:sldId id="261"/>
            <p14:sldId id="262"/>
            <p14:sldId id="263"/>
            <p14:sldId id="264"/>
          </p14:sldIdLst>
        </p14:section>
        <p14:section name="Untitled Section" id="{1F57ADC8-8670-43A6-A6D8-8AAC678C4F1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638FE-8D4C-4A78-BF6F-5B1F9B9E60C2}" v="23" dt="2026-05-06T17:38:34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iel Butts" userId="9a41ef88-45c3-4445-b0a4-fb927c8d3a77" providerId="ADAL" clId="{AC8757C6-A1EC-421F-BD67-EB174F3AADD7}"/>
    <pc:docChg chg="undo redo custSel addSld delSld modSld sldOrd addSection modSection">
      <pc:chgData name="Nathaniel Butts" userId="9a41ef88-45c3-4445-b0a4-fb927c8d3a77" providerId="ADAL" clId="{AC8757C6-A1EC-421F-BD67-EB174F3AADD7}" dt="2026-05-06T19:32:34.982" v="898" actId="20577"/>
      <pc:docMkLst>
        <pc:docMk/>
      </pc:docMkLst>
      <pc:sldChg chg="addSp delSp modSp mod modClrScheme chgLayout">
        <pc:chgData name="Nathaniel Butts" userId="9a41ef88-45c3-4445-b0a4-fb927c8d3a77" providerId="ADAL" clId="{AC8757C6-A1EC-421F-BD67-EB174F3AADD7}" dt="2026-05-06T17:28:13.793" v="787" actId="22"/>
        <pc:sldMkLst>
          <pc:docMk/>
          <pc:sldMk cId="1532252197" sldId="257"/>
        </pc:sldMkLst>
        <pc:spChg chg="mod ord">
          <ac:chgData name="Nathaniel Butts" userId="9a41ef88-45c3-4445-b0a4-fb927c8d3a77" providerId="ADAL" clId="{AC8757C6-A1EC-421F-BD67-EB174F3AADD7}" dt="2026-05-06T15:12:07.936" v="314" actId="700"/>
          <ac:spMkLst>
            <pc:docMk/>
            <pc:sldMk cId="1532252197" sldId="257"/>
            <ac:spMk id="2" creationId="{07264262-90E3-89FE-ACE9-4B883FF370AB}"/>
          </ac:spMkLst>
        </pc:spChg>
        <pc:spChg chg="add del mod">
          <ac:chgData name="Nathaniel Butts" userId="9a41ef88-45c3-4445-b0a4-fb927c8d3a77" providerId="ADAL" clId="{AC8757C6-A1EC-421F-BD67-EB174F3AADD7}" dt="2026-05-06T15:17:38.023" v="725" actId="478"/>
          <ac:spMkLst>
            <pc:docMk/>
            <pc:sldMk cId="1532252197" sldId="257"/>
            <ac:spMk id="3" creationId="{7D2126EF-EE45-D51F-8A62-22B88DD8AB8B}"/>
          </ac:spMkLst>
        </pc:spChg>
        <pc:spChg chg="add del mod">
          <ac:chgData name="Nathaniel Butts" userId="9a41ef88-45c3-4445-b0a4-fb927c8d3a77" providerId="ADAL" clId="{AC8757C6-A1EC-421F-BD67-EB174F3AADD7}" dt="2026-05-06T15:12:07.936" v="314" actId="700"/>
          <ac:spMkLst>
            <pc:docMk/>
            <pc:sldMk cId="1532252197" sldId="257"/>
            <ac:spMk id="6" creationId="{778E5BC9-88A1-BD6E-F8F4-B958F4A4FE3F}"/>
          </ac:spMkLst>
        </pc:spChg>
        <pc:spChg chg="add mod">
          <ac:chgData name="Nathaniel Butts" userId="9a41ef88-45c3-4445-b0a4-fb927c8d3a77" providerId="ADAL" clId="{AC8757C6-A1EC-421F-BD67-EB174F3AADD7}" dt="2026-05-06T15:17:52.678" v="741" actId="20577"/>
          <ac:spMkLst>
            <pc:docMk/>
            <pc:sldMk cId="1532252197" sldId="257"/>
            <ac:spMk id="7" creationId="{0EBE407F-ABE3-3CF7-D5F4-B30D9849AE31}"/>
          </ac:spMkLst>
        </pc:spChg>
        <pc:picChg chg="add">
          <ac:chgData name="Nathaniel Butts" userId="9a41ef88-45c3-4445-b0a4-fb927c8d3a77" providerId="ADAL" clId="{AC8757C6-A1EC-421F-BD67-EB174F3AADD7}" dt="2026-05-06T17:28:13.793" v="787" actId="22"/>
          <ac:picMkLst>
            <pc:docMk/>
            <pc:sldMk cId="1532252197" sldId="257"/>
            <ac:picMk id="4" creationId="{65E3634A-D2C2-8790-6A18-AE88FA096719}"/>
          </ac:picMkLst>
        </pc:picChg>
        <pc:picChg chg="del mod">
          <ac:chgData name="Nathaniel Butts" userId="9a41ef88-45c3-4445-b0a4-fb927c8d3a77" providerId="ADAL" clId="{AC8757C6-A1EC-421F-BD67-EB174F3AADD7}" dt="2026-05-06T15:11:55.170" v="313" actId="478"/>
          <ac:picMkLst>
            <pc:docMk/>
            <pc:sldMk cId="1532252197" sldId="257"/>
            <ac:picMk id="5" creationId="{998BBB8D-E8D7-4140-DBE3-FCBC5415926E}"/>
          </ac:picMkLst>
        </pc:picChg>
      </pc:sldChg>
      <pc:sldChg chg="modSp del mod">
        <pc:chgData name="Nathaniel Butts" userId="9a41ef88-45c3-4445-b0a4-fb927c8d3a77" providerId="ADAL" clId="{AC8757C6-A1EC-421F-BD67-EB174F3AADD7}" dt="2026-05-06T14:54:33.798" v="301" actId="2696"/>
        <pc:sldMkLst>
          <pc:docMk/>
          <pc:sldMk cId="2544394113" sldId="258"/>
        </pc:sldMkLst>
      </pc:sldChg>
      <pc:sldChg chg="addSp delSp modSp mod modClrScheme chgLayout">
        <pc:chgData name="Nathaniel Butts" userId="9a41ef88-45c3-4445-b0a4-fb927c8d3a77" providerId="ADAL" clId="{AC8757C6-A1EC-421F-BD67-EB174F3AADD7}" dt="2026-05-06T17:38:59.362" v="891" actId="1076"/>
        <pc:sldMkLst>
          <pc:docMk/>
          <pc:sldMk cId="1498081767" sldId="259"/>
        </pc:sldMkLst>
        <pc:spChg chg="mod ord">
          <ac:chgData name="Nathaniel Butts" userId="9a41ef88-45c3-4445-b0a4-fb927c8d3a77" providerId="ADAL" clId="{AC8757C6-A1EC-421F-BD67-EB174F3AADD7}" dt="2026-05-06T15:12:57.393" v="354" actId="20577"/>
          <ac:spMkLst>
            <pc:docMk/>
            <pc:sldMk cId="1498081767" sldId="259"/>
            <ac:spMk id="2" creationId="{2B8774FC-AF3A-58F2-2BE2-15D96350E1A4}"/>
          </ac:spMkLst>
        </pc:spChg>
        <pc:spChg chg="add del mod">
          <ac:chgData name="Nathaniel Butts" userId="9a41ef88-45c3-4445-b0a4-fb927c8d3a77" providerId="ADAL" clId="{AC8757C6-A1EC-421F-BD67-EB174F3AADD7}" dt="2026-05-06T15:18:21.704" v="744" actId="478"/>
          <ac:spMkLst>
            <pc:docMk/>
            <pc:sldMk cId="1498081767" sldId="259"/>
            <ac:spMk id="3" creationId="{C89D6D03-B5CF-7842-B33C-D8F208DEFC72}"/>
          </ac:spMkLst>
        </pc:spChg>
        <pc:spChg chg="add mod">
          <ac:chgData name="Nathaniel Butts" userId="9a41ef88-45c3-4445-b0a4-fb927c8d3a77" providerId="ADAL" clId="{AC8757C6-A1EC-421F-BD67-EB174F3AADD7}" dt="2026-05-06T15:18:46.177" v="779" actId="20577"/>
          <ac:spMkLst>
            <pc:docMk/>
            <pc:sldMk cId="1498081767" sldId="259"/>
            <ac:spMk id="4" creationId="{6682007E-8FC5-7A42-FF63-2E20454CC2DE}"/>
          </ac:spMkLst>
        </pc:spChg>
        <pc:spChg chg="add del mod">
          <ac:chgData name="Nathaniel Butts" userId="9a41ef88-45c3-4445-b0a4-fb927c8d3a77" providerId="ADAL" clId="{AC8757C6-A1EC-421F-BD67-EB174F3AADD7}" dt="2026-05-06T17:38:43.678" v="888" actId="478"/>
          <ac:spMkLst>
            <pc:docMk/>
            <pc:sldMk cId="1498081767" sldId="259"/>
            <ac:spMk id="7" creationId="{251A25AD-71B7-80F2-B2B9-28EF6CFA20BB}"/>
          </ac:spMkLst>
        </pc:spChg>
        <pc:picChg chg="add mod">
          <ac:chgData name="Nathaniel Butts" userId="9a41ef88-45c3-4445-b0a4-fb927c8d3a77" providerId="ADAL" clId="{AC8757C6-A1EC-421F-BD67-EB174F3AADD7}" dt="2026-05-06T17:29:05.971" v="788"/>
          <ac:picMkLst>
            <pc:docMk/>
            <pc:sldMk cId="1498081767" sldId="259"/>
            <ac:picMk id="3" creationId="{72D5E906-7040-1AEF-E151-714AAC1F6B19}"/>
          </ac:picMkLst>
        </pc:picChg>
        <pc:picChg chg="del mod ord">
          <ac:chgData name="Nathaniel Butts" userId="9a41ef88-45c3-4445-b0a4-fb927c8d3a77" providerId="ADAL" clId="{AC8757C6-A1EC-421F-BD67-EB174F3AADD7}" dt="2026-05-06T15:12:41.492" v="317" actId="478"/>
          <ac:picMkLst>
            <pc:docMk/>
            <pc:sldMk cId="1498081767" sldId="259"/>
            <ac:picMk id="5" creationId="{62D99014-C043-F7CB-7AA0-AD390BF3472A}"/>
          </ac:picMkLst>
        </pc:picChg>
        <pc:picChg chg="add del mod">
          <ac:chgData name="Nathaniel Butts" userId="9a41ef88-45c3-4445-b0a4-fb927c8d3a77" providerId="ADAL" clId="{AC8757C6-A1EC-421F-BD67-EB174F3AADD7}" dt="2026-05-06T17:38:36.594" v="887" actId="478"/>
          <ac:picMkLst>
            <pc:docMk/>
            <pc:sldMk cId="1498081767" sldId="259"/>
            <ac:picMk id="6" creationId="{3EEA19A7-4465-F29C-B5CB-16CD4BA448D8}"/>
          </ac:picMkLst>
        </pc:picChg>
        <pc:picChg chg="add mod">
          <ac:chgData name="Nathaniel Butts" userId="9a41ef88-45c3-4445-b0a4-fb927c8d3a77" providerId="ADAL" clId="{AC8757C6-A1EC-421F-BD67-EB174F3AADD7}" dt="2026-05-06T17:38:59.362" v="891" actId="1076"/>
          <ac:picMkLst>
            <pc:docMk/>
            <pc:sldMk cId="1498081767" sldId="259"/>
            <ac:picMk id="9" creationId="{A121BCAB-FD91-98F0-DF2B-7D1A4478C859}"/>
          </ac:picMkLst>
        </pc:picChg>
      </pc:sldChg>
      <pc:sldChg chg="addSp delSp modSp add del mod ord modClrScheme chgLayout">
        <pc:chgData name="Nathaniel Butts" userId="9a41ef88-45c3-4445-b0a4-fb927c8d3a77" providerId="ADAL" clId="{AC8757C6-A1EC-421F-BD67-EB174F3AADD7}" dt="2026-05-06T17:27:06.525" v="786" actId="1076"/>
        <pc:sldMkLst>
          <pc:docMk/>
          <pc:sldMk cId="1860707125" sldId="260"/>
        </pc:sldMkLst>
        <pc:spChg chg="mod ord">
          <ac:chgData name="Nathaniel Butts" userId="9a41ef88-45c3-4445-b0a4-fb927c8d3a77" providerId="ADAL" clId="{AC8757C6-A1EC-421F-BD67-EB174F3AADD7}" dt="2026-05-06T15:12:15.001" v="315" actId="700"/>
          <ac:spMkLst>
            <pc:docMk/>
            <pc:sldMk cId="1860707125" sldId="260"/>
            <ac:spMk id="2" creationId="{CA858836-19DC-3C2F-C7F4-AB3AF6B4D287}"/>
          </ac:spMkLst>
        </pc:spChg>
        <pc:spChg chg="add del mod">
          <ac:chgData name="Nathaniel Butts" userId="9a41ef88-45c3-4445-b0a4-fb927c8d3a77" providerId="ADAL" clId="{AC8757C6-A1EC-421F-BD67-EB174F3AADD7}" dt="2026-05-06T15:18:09.111" v="742" actId="478"/>
          <ac:spMkLst>
            <pc:docMk/>
            <pc:sldMk cId="1860707125" sldId="260"/>
            <ac:spMk id="3" creationId="{927CE997-32E7-39DA-6D65-DEF036EBD7FD}"/>
          </ac:spMkLst>
        </pc:spChg>
        <pc:spChg chg="add del mod">
          <ac:chgData name="Nathaniel Butts" userId="9a41ef88-45c3-4445-b0a4-fb927c8d3a77" providerId="ADAL" clId="{AC8757C6-A1EC-421F-BD67-EB174F3AADD7}" dt="2026-05-06T15:12:15.001" v="315" actId="700"/>
          <ac:spMkLst>
            <pc:docMk/>
            <pc:sldMk cId="1860707125" sldId="260"/>
            <ac:spMk id="6" creationId="{987044CA-08C6-2264-C71D-897FE8A4DEC9}"/>
          </ac:spMkLst>
        </pc:spChg>
        <pc:spChg chg="add mod">
          <ac:chgData name="Nathaniel Butts" userId="9a41ef88-45c3-4445-b0a4-fb927c8d3a77" providerId="ADAL" clId="{AC8757C6-A1EC-421F-BD67-EB174F3AADD7}" dt="2026-05-06T15:18:10.046" v="743"/>
          <ac:spMkLst>
            <pc:docMk/>
            <pc:sldMk cId="1860707125" sldId="260"/>
            <ac:spMk id="7" creationId="{A725592E-0F28-8CD9-4766-2BB1E58E28E9}"/>
          </ac:spMkLst>
        </pc:spChg>
        <pc:picChg chg="add mod">
          <ac:chgData name="Nathaniel Butts" userId="9a41ef88-45c3-4445-b0a4-fb927c8d3a77" providerId="ADAL" clId="{AC8757C6-A1EC-421F-BD67-EB174F3AADD7}" dt="2026-05-06T17:27:06.525" v="786" actId="1076"/>
          <ac:picMkLst>
            <pc:docMk/>
            <pc:sldMk cId="1860707125" sldId="260"/>
            <ac:picMk id="4" creationId="{C75BE462-F098-1ECC-C579-1AC79384FDB3}"/>
          </ac:picMkLst>
        </pc:picChg>
        <pc:picChg chg="del">
          <ac:chgData name="Nathaniel Butts" userId="9a41ef88-45c3-4445-b0a4-fb927c8d3a77" providerId="ADAL" clId="{AC8757C6-A1EC-421F-BD67-EB174F3AADD7}" dt="2026-05-06T15:11:51.289" v="312" actId="478"/>
          <ac:picMkLst>
            <pc:docMk/>
            <pc:sldMk cId="1860707125" sldId="260"/>
            <ac:picMk id="5" creationId="{E6B2BD56-511F-B349-AA8C-37F48C7E6534}"/>
          </ac:picMkLst>
        </pc:picChg>
      </pc:sldChg>
      <pc:sldChg chg="addSp delSp modSp new mod">
        <pc:chgData name="Nathaniel Butts" userId="9a41ef88-45c3-4445-b0a4-fb927c8d3a77" providerId="ADAL" clId="{AC8757C6-A1EC-421F-BD67-EB174F3AADD7}" dt="2026-05-06T17:38:34.472" v="886"/>
        <pc:sldMkLst>
          <pc:docMk/>
          <pc:sldMk cId="3789249047" sldId="261"/>
        </pc:sldMkLst>
        <pc:spChg chg="mod">
          <ac:chgData name="Nathaniel Butts" userId="9a41ef88-45c3-4445-b0a4-fb927c8d3a77" providerId="ADAL" clId="{AC8757C6-A1EC-421F-BD67-EB174F3AADD7}" dt="2026-05-06T15:13:09.563" v="363" actId="20577"/>
          <ac:spMkLst>
            <pc:docMk/>
            <pc:sldMk cId="3789249047" sldId="261"/>
            <ac:spMk id="2" creationId="{1E3EB0FA-9092-25CB-F966-6D057F9A6240}"/>
          </ac:spMkLst>
        </pc:spChg>
        <pc:spChg chg="add del mod">
          <ac:chgData name="Nathaniel Butts" userId="9a41ef88-45c3-4445-b0a4-fb927c8d3a77" providerId="ADAL" clId="{AC8757C6-A1EC-421F-BD67-EB174F3AADD7}" dt="2026-05-06T15:18:29.614" v="747" actId="478"/>
          <ac:spMkLst>
            <pc:docMk/>
            <pc:sldMk cId="3789249047" sldId="261"/>
            <ac:spMk id="3" creationId="{8942E599-6DCA-D9C0-9388-982415CFD186}"/>
          </ac:spMkLst>
        </pc:spChg>
        <pc:spChg chg="add mod">
          <ac:chgData name="Nathaniel Butts" userId="9a41ef88-45c3-4445-b0a4-fb927c8d3a77" providerId="ADAL" clId="{AC8757C6-A1EC-421F-BD67-EB174F3AADD7}" dt="2026-05-06T15:18:26.293" v="746"/>
          <ac:spMkLst>
            <pc:docMk/>
            <pc:sldMk cId="3789249047" sldId="261"/>
            <ac:spMk id="4" creationId="{17BE7471-A6B8-EA5E-D232-26A86727D49A}"/>
          </ac:spMkLst>
        </pc:spChg>
        <pc:spChg chg="add mod">
          <ac:chgData name="Nathaniel Butts" userId="9a41ef88-45c3-4445-b0a4-fb927c8d3a77" providerId="ADAL" clId="{AC8757C6-A1EC-421F-BD67-EB174F3AADD7}" dt="2026-05-06T17:38:34.472" v="886"/>
          <ac:spMkLst>
            <pc:docMk/>
            <pc:sldMk cId="3789249047" sldId="261"/>
            <ac:spMk id="4" creationId="{C9CF2878-60FD-2F3A-E0F9-CFCEDEF0E90F}"/>
          </ac:spMkLst>
        </pc:spChg>
        <pc:spChg chg="add mod">
          <ac:chgData name="Nathaniel Butts" userId="9a41ef88-45c3-4445-b0a4-fb927c8d3a77" providerId="ADAL" clId="{AC8757C6-A1EC-421F-BD67-EB174F3AADD7}" dt="2026-05-06T15:18:39.928" v="770" actId="6549"/>
          <ac:spMkLst>
            <pc:docMk/>
            <pc:sldMk cId="3789249047" sldId="261"/>
            <ac:spMk id="5" creationId="{19031D38-C65D-5D60-340D-A1ACE4B360A5}"/>
          </ac:spMkLst>
        </pc:spChg>
        <pc:picChg chg="add mod">
          <ac:chgData name="Nathaniel Butts" userId="9a41ef88-45c3-4445-b0a4-fb927c8d3a77" providerId="ADAL" clId="{AC8757C6-A1EC-421F-BD67-EB174F3AADD7}" dt="2026-05-06T17:38:34.472" v="886"/>
          <ac:picMkLst>
            <pc:docMk/>
            <pc:sldMk cId="3789249047" sldId="261"/>
            <ac:picMk id="3" creationId="{080779A8-0080-9299-165C-4054BA6076C0}"/>
          </ac:picMkLst>
        </pc:picChg>
      </pc:sldChg>
      <pc:sldChg chg="addSp delSp modSp new mod">
        <pc:chgData name="Nathaniel Butts" userId="9a41ef88-45c3-4445-b0a4-fb927c8d3a77" providerId="ADAL" clId="{AC8757C6-A1EC-421F-BD67-EB174F3AADD7}" dt="2026-05-06T17:44:18.985" v="892" actId="22"/>
        <pc:sldMkLst>
          <pc:docMk/>
          <pc:sldMk cId="555100585" sldId="262"/>
        </pc:sldMkLst>
        <pc:spChg chg="mod">
          <ac:chgData name="Nathaniel Butts" userId="9a41ef88-45c3-4445-b0a4-fb927c8d3a77" providerId="ADAL" clId="{AC8757C6-A1EC-421F-BD67-EB174F3AADD7}" dt="2026-05-06T15:14:26.263" v="522" actId="20577"/>
          <ac:spMkLst>
            <pc:docMk/>
            <pc:sldMk cId="555100585" sldId="262"/>
            <ac:spMk id="2" creationId="{77B1B346-4850-5902-C617-0A5A14F3C175}"/>
          </ac:spMkLst>
        </pc:spChg>
        <pc:spChg chg="add del mod">
          <ac:chgData name="Nathaniel Butts" userId="9a41ef88-45c3-4445-b0a4-fb927c8d3a77" providerId="ADAL" clId="{AC8757C6-A1EC-421F-BD67-EB174F3AADD7}" dt="2026-05-06T15:19:18.434" v="780" actId="478"/>
          <ac:spMkLst>
            <pc:docMk/>
            <pc:sldMk cId="555100585" sldId="262"/>
            <ac:spMk id="3" creationId="{772307E9-54DA-24EF-CD59-C5D65F38FE45}"/>
          </ac:spMkLst>
        </pc:spChg>
        <pc:spChg chg="add mod">
          <ac:chgData name="Nathaniel Butts" userId="9a41ef88-45c3-4445-b0a4-fb927c8d3a77" providerId="ADAL" clId="{AC8757C6-A1EC-421F-BD67-EB174F3AADD7}" dt="2026-05-06T15:19:18.768" v="781"/>
          <ac:spMkLst>
            <pc:docMk/>
            <pc:sldMk cId="555100585" sldId="262"/>
            <ac:spMk id="4" creationId="{636EEAEA-8882-1928-AC9C-9221818761A9}"/>
          </ac:spMkLst>
        </pc:spChg>
        <pc:picChg chg="add">
          <ac:chgData name="Nathaniel Butts" userId="9a41ef88-45c3-4445-b0a4-fb927c8d3a77" providerId="ADAL" clId="{AC8757C6-A1EC-421F-BD67-EB174F3AADD7}" dt="2026-05-06T17:44:18.985" v="892" actId="22"/>
          <ac:picMkLst>
            <pc:docMk/>
            <pc:sldMk cId="555100585" sldId="262"/>
            <ac:picMk id="5" creationId="{C59487F9-3DCC-F7E9-3399-EC29E6543F17}"/>
          </ac:picMkLst>
        </pc:picChg>
      </pc:sldChg>
      <pc:sldChg chg="addSp delSp modSp new mod">
        <pc:chgData name="Nathaniel Butts" userId="9a41ef88-45c3-4445-b0a4-fb927c8d3a77" providerId="ADAL" clId="{AC8757C6-A1EC-421F-BD67-EB174F3AADD7}" dt="2026-05-06T17:47:20.285" v="893" actId="22"/>
        <pc:sldMkLst>
          <pc:docMk/>
          <pc:sldMk cId="147389791" sldId="263"/>
        </pc:sldMkLst>
        <pc:spChg chg="mod">
          <ac:chgData name="Nathaniel Butts" userId="9a41ef88-45c3-4445-b0a4-fb927c8d3a77" providerId="ADAL" clId="{AC8757C6-A1EC-421F-BD67-EB174F3AADD7}" dt="2026-05-06T15:14:47.227" v="541" actId="20577"/>
          <ac:spMkLst>
            <pc:docMk/>
            <pc:sldMk cId="147389791" sldId="263"/>
            <ac:spMk id="2" creationId="{C0D39354-95BF-D3C7-DBB9-D21F0D5C07D6}"/>
          </ac:spMkLst>
        </pc:spChg>
        <pc:spChg chg="add del mod">
          <ac:chgData name="Nathaniel Butts" userId="9a41ef88-45c3-4445-b0a4-fb927c8d3a77" providerId="ADAL" clId="{AC8757C6-A1EC-421F-BD67-EB174F3AADD7}" dt="2026-05-06T15:19:22.201" v="782" actId="478"/>
          <ac:spMkLst>
            <pc:docMk/>
            <pc:sldMk cId="147389791" sldId="263"/>
            <ac:spMk id="3" creationId="{AA0C62ED-AD0D-CEE3-9B41-3B8DCC29F33E}"/>
          </ac:spMkLst>
        </pc:spChg>
        <pc:spChg chg="add mod">
          <ac:chgData name="Nathaniel Butts" userId="9a41ef88-45c3-4445-b0a4-fb927c8d3a77" providerId="ADAL" clId="{AC8757C6-A1EC-421F-BD67-EB174F3AADD7}" dt="2026-05-06T15:19:22.495" v="783"/>
          <ac:spMkLst>
            <pc:docMk/>
            <pc:sldMk cId="147389791" sldId="263"/>
            <ac:spMk id="4" creationId="{AC66C048-9459-C7E2-E9DF-49379D7D3CCB}"/>
          </ac:spMkLst>
        </pc:spChg>
        <pc:picChg chg="add">
          <ac:chgData name="Nathaniel Butts" userId="9a41ef88-45c3-4445-b0a4-fb927c8d3a77" providerId="ADAL" clId="{AC8757C6-A1EC-421F-BD67-EB174F3AADD7}" dt="2026-05-06T17:47:20.285" v="893" actId="22"/>
          <ac:picMkLst>
            <pc:docMk/>
            <pc:sldMk cId="147389791" sldId="263"/>
            <ac:picMk id="5" creationId="{96FB7EA8-3560-2521-C8D7-FA6A66B61F7E}"/>
          </ac:picMkLst>
        </pc:picChg>
      </pc:sldChg>
      <pc:sldChg chg="addSp delSp modSp new mod">
        <pc:chgData name="Nathaniel Butts" userId="9a41ef88-45c3-4445-b0a4-fb927c8d3a77" providerId="ADAL" clId="{AC8757C6-A1EC-421F-BD67-EB174F3AADD7}" dt="2026-05-06T19:32:34.982" v="898" actId="20577"/>
        <pc:sldMkLst>
          <pc:docMk/>
          <pc:sldMk cId="2848541937" sldId="264"/>
        </pc:sldMkLst>
        <pc:spChg chg="mod">
          <ac:chgData name="Nathaniel Butts" userId="9a41ef88-45c3-4445-b0a4-fb927c8d3a77" providerId="ADAL" clId="{AC8757C6-A1EC-421F-BD67-EB174F3AADD7}" dt="2026-05-06T15:15:52.983" v="554" actId="20577"/>
          <ac:spMkLst>
            <pc:docMk/>
            <pc:sldMk cId="2848541937" sldId="264"/>
            <ac:spMk id="2" creationId="{B2C8543E-4DD2-B772-5BA8-C96429AF3D6F}"/>
          </ac:spMkLst>
        </pc:spChg>
        <pc:spChg chg="add mod">
          <ac:chgData name="Nathaniel Butts" userId="9a41ef88-45c3-4445-b0a4-fb927c8d3a77" providerId="ADAL" clId="{AC8757C6-A1EC-421F-BD67-EB174F3AADD7}" dt="2026-05-06T19:32:34.982" v="898" actId="20577"/>
          <ac:spMkLst>
            <pc:docMk/>
            <pc:sldMk cId="2848541937" sldId="264"/>
            <ac:spMk id="3" creationId="{0A6E360D-FED1-462A-33E2-D3338AEFD757}"/>
          </ac:spMkLst>
        </pc:spChg>
        <pc:picChg chg="add del">
          <ac:chgData name="Nathaniel Butts" userId="9a41ef88-45c3-4445-b0a4-fb927c8d3a77" providerId="ADAL" clId="{AC8757C6-A1EC-421F-BD67-EB174F3AADD7}" dt="2026-05-06T19:32:29.404" v="895" actId="478"/>
          <ac:picMkLst>
            <pc:docMk/>
            <pc:sldMk cId="2848541937" sldId="264"/>
            <ac:picMk id="5" creationId="{E01725A3-3660-26DA-C631-8AF581A5CF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1F45-1FE9-1D9E-BDB5-F2691F228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E5432-735E-0210-E542-B473A6791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F3662-2599-4718-7A82-AFDF0789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0DD11-EA12-5595-2425-A2401407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BB0E-4671-5B46-EDF8-31B61594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9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6492-D8FA-03B3-42E3-325DDB96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C6B3-96E4-E466-0FC0-57E4C784D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9B8B-9D17-FA16-0C04-E7C43B27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03185-CB4E-8B62-57A6-FE66FCC0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0BA4-FA32-5535-52C8-2EC8A3F4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55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D86D-D6CE-BAF6-534F-3B15B442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BF4DA-19B4-7A41-466D-0B67D9EA8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DD765-D364-ABC9-4EEF-AA394F51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49D63-569A-199A-63FE-983B8F6E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4A9D-25C5-AF89-48F5-9D87BF6D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5F1F-D4A7-445B-17E8-DC55F65A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BDC10-88E2-45A3-998F-947F4C742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1C6DD-0CBC-46B9-F5E1-DA23B4038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1E7E4-894A-EB35-7005-B90CC8E8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EAC09-5ABD-DC68-A83E-B235450D1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9D58D-D848-3A24-828C-52437EDE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3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7F26-D4BB-028E-E09C-060061E7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C1CCE-D7F2-86D4-9509-9B95CB3AA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2FFA4-0BE1-3532-C67C-5186EC9D1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FCFC6-1A6F-0D06-C3B0-752EE203E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D0B0C-EAF7-9CC5-E4F5-E76459DAA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C62CF-9387-B8B1-2DD7-1A1A786C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8AAD5-49C0-673B-8BBB-459C2CDD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9C597-610B-101D-1476-B2A62822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5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9A91-4748-253A-4F24-6317F5DD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43465-883B-E8A2-F3F7-0525709E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1AF3E-026B-363B-DFA7-21ED1368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15D9B-A471-CB39-9DDD-5CFD3FDF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5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71570F-48C5-D8E8-AF11-105428CA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33F9E-5B27-9FB4-26CB-95F56706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27BA5-3760-0291-CF75-754935D1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4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BCEA-82C5-C94C-70FC-87EC6152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D827-C6C3-DB2F-778B-861B4680E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FCB73-CB5B-3FC3-56CE-D3BEA3748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6394F-79E6-664A-00F6-6F15A643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C3860-DBEC-32B3-7BE9-9B6A3E49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C3FE6-BCAE-A43B-C6BF-EAA89E76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9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2BFB-E06E-E63A-3FA4-0CBB16AD8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01F8A1-E0D7-7DAC-6AA3-724C9E50A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C112A-A6BB-B48A-7A7F-4FF3A4F7C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8B6C2-E4C4-9EED-A491-DC8D7C79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CD76D-4DF4-D413-D5AD-C5AE9ED9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1C494-A820-DCE3-4AFF-C6493516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2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D809-79AA-B2F9-FE95-9F2FF408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CF7BE-9B11-1DB9-8BBC-B81CBB8D4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EC9F7-869F-816D-1B2C-C14260D5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EBAF-0472-076D-BBC5-5393BC33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1649D-6740-D00F-D433-8AA82F74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3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39D8A-E8EC-EA54-CD61-CB585BCD2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F727A-9E31-15AC-258A-FE465BCB0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7C15-0301-38AD-9130-8B5B675B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07A00-ABCF-E82A-837C-F09C864C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5BEF8-B9E7-F2D9-4877-9AA6BC3C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8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6F037-B6EC-5BB5-A5AC-72FD004E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E77E4-008B-160D-C6F2-6F856D34E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7C90-AF6D-F888-4087-BC7CF7093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5C670-1E46-4F35-8346-542B6E7B34B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539A3-1E55-5909-A5D7-F8198974A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56A1A-A835-4150-FE55-2C0EC25E1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CEC54-D90D-4B36-A0DA-A209F5EF0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2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CB03-0DDB-9755-264B-3248CA329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K8UY 2m Yagi Uda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7AC3B-939B-BAB1-6C73-3D67ECEA1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565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Antenna propagation modelling</a:t>
            </a:r>
          </a:p>
          <a:p>
            <a:r>
              <a:rPr lang="en-US" dirty="0"/>
              <a:t>Comparing Vertical to Horizontal Polarization</a:t>
            </a:r>
          </a:p>
          <a:p>
            <a:r>
              <a:rPr lang="en-US"/>
              <a:t>Comparing Free Space </a:t>
            </a:r>
            <a:r>
              <a:rPr lang="en-US" dirty="0"/>
              <a:t>to Real Ground</a:t>
            </a:r>
          </a:p>
          <a:p>
            <a:r>
              <a:rPr lang="en-US" dirty="0"/>
              <a:t>Comparing 4.5m height to 9.5m height</a:t>
            </a:r>
          </a:p>
          <a:p>
            <a:r>
              <a:rPr lang="en-US" dirty="0"/>
              <a:t>Performed by KQ4TIV</a:t>
            </a:r>
          </a:p>
          <a:p>
            <a:r>
              <a:rPr lang="en-US" dirty="0"/>
              <a:t>2026.05.03 – Rev n</a:t>
            </a:r>
          </a:p>
        </p:txBody>
      </p:sp>
    </p:spTree>
    <p:extLst>
      <p:ext uri="{BB962C8B-B14F-4D97-AF65-F5344CB8AC3E}">
        <p14:creationId xmlns:p14="http://schemas.microsoft.com/office/powerpoint/2010/main" val="314537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4262-90E3-89FE-ACE9-4B883FF3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Elevation Comparison – Vert/</a:t>
            </a:r>
            <a:r>
              <a:rPr lang="en-US" dirty="0" err="1"/>
              <a:t>Horiz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BE407F-ABE3-3CF7-D5F4-B30D9849AE31}"/>
              </a:ext>
            </a:extLst>
          </p:cNvPr>
          <p:cNvSpPr txBox="1"/>
          <p:nvPr/>
        </p:nvSpPr>
        <p:spPr>
          <a:xfrm>
            <a:off x="238477" y="4234118"/>
            <a:ext cx="2477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= Vert</a:t>
            </a:r>
          </a:p>
          <a:p>
            <a:r>
              <a:rPr lang="en-US" dirty="0"/>
              <a:t>Red = </a:t>
            </a:r>
            <a:r>
              <a:rPr lang="en-US" dirty="0" err="1"/>
              <a:t>Horiz</a:t>
            </a:r>
            <a:endParaRPr lang="en-US" dirty="0"/>
          </a:p>
          <a:p>
            <a:r>
              <a:rPr lang="en-US" dirty="0"/>
              <a:t>Original Design</a:t>
            </a:r>
          </a:p>
          <a:p>
            <a:r>
              <a:rPr lang="en-US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pipe ½”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matching or transformers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3634A-D2C2-8790-6A18-AE88FA096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25"/>
            <a:ext cx="12192000" cy="66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8836-19DC-3C2F-C7F4-AB3AF6B4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Azimuth Comparison – Vert/</a:t>
            </a:r>
            <a:r>
              <a:rPr lang="en-US" dirty="0" err="1"/>
              <a:t>Horiz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5592E-0F28-8CD9-4766-2BB1E58E28E9}"/>
              </a:ext>
            </a:extLst>
          </p:cNvPr>
          <p:cNvSpPr txBox="1"/>
          <p:nvPr/>
        </p:nvSpPr>
        <p:spPr>
          <a:xfrm>
            <a:off x="238477" y="4234118"/>
            <a:ext cx="2477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= Vert</a:t>
            </a:r>
          </a:p>
          <a:p>
            <a:r>
              <a:rPr lang="en-US" dirty="0"/>
              <a:t>Red = </a:t>
            </a:r>
            <a:r>
              <a:rPr lang="en-US" dirty="0" err="1"/>
              <a:t>Horiz</a:t>
            </a:r>
            <a:endParaRPr lang="en-US" dirty="0"/>
          </a:p>
          <a:p>
            <a:r>
              <a:rPr lang="en-US" dirty="0"/>
              <a:t>Original Design</a:t>
            </a:r>
          </a:p>
          <a:p>
            <a:r>
              <a:rPr lang="en-US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pipe ½”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matching or transformers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BE462-F098-1ECC-C579-1AC79384F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473" y="1553671"/>
            <a:ext cx="8965980" cy="487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74FC-AF3A-58F2-2BE2-15D96350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Freespace</a:t>
            </a:r>
            <a:r>
              <a:rPr lang="en-US" dirty="0"/>
              <a:t> Elevation Comparison – V/H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2007E-8FC5-7A42-FF63-2E20454CC2DE}"/>
              </a:ext>
            </a:extLst>
          </p:cNvPr>
          <p:cNvSpPr txBox="1"/>
          <p:nvPr/>
        </p:nvSpPr>
        <p:spPr>
          <a:xfrm>
            <a:off x="238477" y="4234118"/>
            <a:ext cx="2477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= Vert</a:t>
            </a:r>
          </a:p>
          <a:p>
            <a:r>
              <a:rPr lang="en-US" dirty="0"/>
              <a:t>Red = </a:t>
            </a:r>
            <a:r>
              <a:rPr lang="en-US" dirty="0" err="1"/>
              <a:t>Horiz</a:t>
            </a:r>
            <a:endParaRPr lang="en-US" dirty="0"/>
          </a:p>
          <a:p>
            <a:r>
              <a:rPr lang="en-US" dirty="0"/>
              <a:t>Original Design</a:t>
            </a:r>
          </a:p>
          <a:p>
            <a:r>
              <a:rPr lang="en-US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Freespace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pipe ½”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matching or transformers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21BCAB-FD91-98F0-DF2B-7D1A4478C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51"/>
            <a:ext cx="12192000" cy="66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8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B0FA-9092-25CB-F966-6D057F9A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Freespace Azimuth Comparison – V/H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31D38-C65D-5D60-340D-A1ACE4B360A5}"/>
              </a:ext>
            </a:extLst>
          </p:cNvPr>
          <p:cNvSpPr txBox="1"/>
          <p:nvPr/>
        </p:nvSpPr>
        <p:spPr>
          <a:xfrm>
            <a:off x="238477" y="4234118"/>
            <a:ext cx="2477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= Vert</a:t>
            </a:r>
          </a:p>
          <a:p>
            <a:r>
              <a:rPr lang="en-US" dirty="0"/>
              <a:t>Red = </a:t>
            </a:r>
            <a:r>
              <a:rPr lang="en-US" dirty="0" err="1"/>
              <a:t>Horiz</a:t>
            </a:r>
            <a:endParaRPr lang="en-US" dirty="0"/>
          </a:p>
          <a:p>
            <a:r>
              <a:rPr lang="en-US" dirty="0"/>
              <a:t>Original Design</a:t>
            </a:r>
          </a:p>
          <a:p>
            <a:r>
              <a:rPr lang="en-US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Freespace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pipe ½”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matching or transformers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0779A8-0080-9299-165C-4054BA60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554480"/>
            <a:ext cx="8967890" cy="48737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CF2878-60FD-2F3A-E0F9-CFCEDEF0E90F}"/>
              </a:ext>
            </a:extLst>
          </p:cNvPr>
          <p:cNvSpPr txBox="1"/>
          <p:nvPr/>
        </p:nvSpPr>
        <p:spPr>
          <a:xfrm>
            <a:off x="334234" y="1849408"/>
            <a:ext cx="2009574" cy="1797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freespace</a:t>
            </a:r>
            <a:r>
              <a:rPr lang="en-US" dirty="0"/>
              <a:t> vertical and horizontal polarization have same azimuth propagation</a:t>
            </a:r>
          </a:p>
        </p:txBody>
      </p:sp>
    </p:spTree>
    <p:extLst>
      <p:ext uri="{BB962C8B-B14F-4D97-AF65-F5344CB8AC3E}">
        <p14:creationId xmlns:p14="http://schemas.microsoft.com/office/powerpoint/2010/main" val="378924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B346-4850-5902-C617-0A5A14F3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Elevation Comparison – Vertical – Orig/+5m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EEAEA-8882-1928-AC9C-9221818761A9}"/>
              </a:ext>
            </a:extLst>
          </p:cNvPr>
          <p:cNvSpPr txBox="1"/>
          <p:nvPr/>
        </p:nvSpPr>
        <p:spPr>
          <a:xfrm>
            <a:off x="238477" y="4234118"/>
            <a:ext cx="2477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= Vert</a:t>
            </a:r>
          </a:p>
          <a:p>
            <a:r>
              <a:rPr lang="en-US" dirty="0"/>
              <a:t>Red = </a:t>
            </a:r>
            <a:r>
              <a:rPr lang="en-US" dirty="0" err="1"/>
              <a:t>Horiz</a:t>
            </a:r>
            <a:endParaRPr lang="en-US" dirty="0"/>
          </a:p>
          <a:p>
            <a:r>
              <a:rPr lang="en-US" dirty="0"/>
              <a:t>Original Design</a:t>
            </a:r>
          </a:p>
          <a:p>
            <a:r>
              <a:rPr lang="en-US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pipe ½”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matching or transformers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487F9-3DCC-F7E9-3399-EC29E6543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25"/>
            <a:ext cx="12192000" cy="66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0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9354-95BF-D3C7-DBB9-D21F0D5C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Azimuth Comparison – Vertical – Orig/+5m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6C048-9459-C7E2-E9DF-49379D7D3CCB}"/>
              </a:ext>
            </a:extLst>
          </p:cNvPr>
          <p:cNvSpPr txBox="1"/>
          <p:nvPr/>
        </p:nvSpPr>
        <p:spPr>
          <a:xfrm>
            <a:off x="238477" y="4234118"/>
            <a:ext cx="2477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= Vert</a:t>
            </a:r>
          </a:p>
          <a:p>
            <a:r>
              <a:rPr lang="en-US" dirty="0"/>
              <a:t>Red = </a:t>
            </a:r>
            <a:r>
              <a:rPr lang="en-US" dirty="0" err="1"/>
              <a:t>Horiz</a:t>
            </a:r>
            <a:endParaRPr lang="en-US" dirty="0"/>
          </a:p>
          <a:p>
            <a:r>
              <a:rPr lang="en-US" dirty="0"/>
              <a:t>Original Design</a:t>
            </a:r>
          </a:p>
          <a:p>
            <a:r>
              <a:rPr lang="en-US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pipe ½”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matching or transformers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B7EA8-3560-2521-C8D7-FA6A66B61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25"/>
            <a:ext cx="12192000" cy="66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543E-4DD2-B772-5BA8-C96429AF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E360D-FED1-462A-33E2-D3338AEFD757}"/>
              </a:ext>
            </a:extLst>
          </p:cNvPr>
          <p:cNvSpPr txBox="1"/>
          <p:nvPr/>
        </p:nvSpPr>
        <p:spPr>
          <a:xfrm>
            <a:off x="238477" y="4234118"/>
            <a:ext cx="2477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848541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2957</TotalTime>
  <Words>204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K8UY 2m Yagi Uda Analysis</vt:lpstr>
      <vt:lpstr>Elevation Comparison – Vert/Horiz</vt:lpstr>
      <vt:lpstr>Azimuth Comparison – Vert/Horiz</vt:lpstr>
      <vt:lpstr>Freespace Elevation Comparison – V/H</vt:lpstr>
      <vt:lpstr>Freespace Azimuth Comparison – V/H</vt:lpstr>
      <vt:lpstr>Elevation Comparison – Vertical – Orig/+5m</vt:lpstr>
      <vt:lpstr>Azimuth Comparison – Vertical – Orig/+5m</vt:lpstr>
      <vt:lpstr>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Nathaniel Butts</dc:creator>
  <cp:lastModifiedBy>Nathaniel Butts</cp:lastModifiedBy>
  <cp:revision>1</cp:revision>
  <dcterms:created xsi:type="dcterms:W3CDTF">2026-05-03T23:14:19Z</dcterms:created>
  <dcterms:modified xsi:type="dcterms:W3CDTF">2026-05-06T19:32:38Z</dcterms:modified>
</cp:coreProperties>
</file>